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62895" cy="18288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4000" b="1" i="0">
                <a:solidFill>
                  <a:srgbClr val="FFFFFF"/>
                </a:solidFill>
                <a:latin typeface="Lato"/>
              </a:rPr>
              <a:t>Pod 00: Prerequisites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267047" y="4023360"/>
            <a:ext cx="36576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4297680"/>
            <a:ext cx="94484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4A90D9"/>
                </a:solidFill>
                <a:latin typeface="Lato"/>
              </a:rPr>
              <a:t>Get set up before your first Learning Pod — do this on your own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0"/>
            <a:ext cx="94484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E0E0E0"/>
                </a:solidFill>
                <a:latin typeface="Lato"/>
              </a:rPr>
              <a:t>Pre-work | Time needed: 20–30 minutes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Lato"/>
              </a:rPr>
              <a:t>What You Need Before Starting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41148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Lato"/>
              </a:rPr>
              <a:t>Step 1: Create a GitHub Account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41148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Lato"/>
              </a:rPr>
              <a:t>What is GitHub?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41148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Lato"/>
              </a:rPr>
              <a:t>How to Create Your Account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181447" y="1325880"/>
            <a:ext cx="18288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754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1.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Go to **github.com** in your browser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2.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Click **Sign Up**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3.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Use your **@orennow.com email address**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4.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Pick a username — suggestion: your first name or `firstname-oren` (e.g., `priya-oren`)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5.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Create a password and **write it down somewhere safe**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6.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Complete the verification steps (usually a simple puzzle)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Lato"/>
              </a:rPr>
              <a:t>How to Create Your Account (cont.)</a:t>
            </a:r>
          </a:p>
        </p:txBody>
      </p:sp>
      <p:sp>
        <p:nvSpPr>
          <p:cNvPr id="3" name="Rectangle 2"/>
          <p:cNvSpPr/>
          <p:nvPr/>
        </p:nvSpPr>
        <p:spPr>
          <a:xfrm>
            <a:off x="5181447" y="1325880"/>
            <a:ext cx="18288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754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7.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Check your @orennow.com email for a verification link and click it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Lato"/>
              </a:rPr>
              <a:t>Step 2: Install Claude Code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41148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Lato"/>
              </a:rPr>
              <a:t>Pick Your Path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645920"/>
          <a:ext cx="10728655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2163"/>
                <a:gridCol w="2682163"/>
                <a:gridCol w="2682163"/>
                <a:gridCol w="2682166"/>
              </a:tblGrid>
              <a:tr h="41148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Lato"/>
                        </a:defRPr>
                      </a:pPr>
                      <a:r>
                        <a:t>Path</a:t>
                      </a:r>
                    </a:p>
                  </a:txBody>
                  <a:tcPr>
                    <a:solidFill>
                      <a:srgbClr val="1E2C5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Lato"/>
                        </a:defRPr>
                      </a:pPr>
                      <a:r>
                        <a:t>Best for</a:t>
                      </a:r>
                    </a:p>
                  </a:txBody>
                  <a:tcPr>
                    <a:solidFill>
                      <a:srgbClr val="1E2C5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Lato"/>
                        </a:defRPr>
                      </a:pPr>
                      <a:r>
                        <a:t>Time</a:t>
                      </a:r>
                    </a:p>
                  </a:txBody>
                  <a:tcPr>
                    <a:solidFill>
                      <a:srgbClr val="1E2C5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Lato"/>
                        </a:defRPr>
                      </a:pPr>
                      <a:r>
                        <a:t>What you get</a:t>
                      </a:r>
                    </a:p>
                  </a:txBody>
                  <a:tcPr>
                    <a:solidFill>
                      <a:srgbClr val="1E2C5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**Path A: Desktop App**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Fastest setup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5 min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Claude in a window — like a chat app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**Path B: Terminal**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Best performance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15 min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Claude in the terminal — the full power version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**Path C: Desktop + Terminal**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Best of both worlds (RECOMMENDED)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10 min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Start with the app, it installs terminal for you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Lato"/>
              </a:rPr>
              <a:t>Pick Your Path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41148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Lato"/>
              </a:rPr>
              <a:t>Path A: Claude Desktop App (Fastest)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41148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Lato"/>
              </a:rPr>
              <a:t>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181447" y="1325880"/>
            <a:ext cx="18288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754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1.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Go to **claude.ai/download** in your browser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2.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Click **Download** for your operating system (Windows or Mac)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3.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Open the downloaded file and install it (follow the prompts)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4.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Open the Claude Desktop app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5.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Sign in with your Claude account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Lato"/>
              </a:rPr>
              <a:t>Path C: Desktop App + Terminal (Recommended)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41148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Lato"/>
              </a:rPr>
              <a:t>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181447" y="1325880"/>
            <a:ext cx="18288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754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1.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Install the Claude Desktop App (follow Path A above — steps 1 through 5)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2.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Open the Claude Desktop app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3.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Look for the **Terminal** or **Code** tab in the app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4.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Click it — it will install Claude Code on your terminal automatically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5.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Follow any prompts it shows you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Lato"/>
              </a:rPr>
              <a:t>Path B: Terminal-First (10 Steps)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41148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Lato"/>
              </a:rPr>
              <a:t>Step B1: Download Warp</a:t>
            </a:r>
          </a:p>
        </p:txBody>
      </p:sp>
      <p:sp>
        <p:nvSpPr>
          <p:cNvPr id="3" name="Rectangle 2"/>
          <p:cNvSpPr/>
          <p:nvPr/>
        </p:nvSpPr>
        <p:spPr>
          <a:xfrm>
            <a:off x="5181447" y="1325880"/>
            <a:ext cx="18288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754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1.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Go to **warp.dev** in your browser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2.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Click **Download**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3.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Open the downloaded file and install it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Lato"/>
              </a:rPr>
              <a:t>Step B2: Open Warp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41148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Lato"/>
              </a:rPr>
              <a:t>Step B3: Windows Users Only — Switch to Git Bash</a:t>
            </a:r>
          </a:p>
        </p:txBody>
      </p:sp>
      <p:sp>
        <p:nvSpPr>
          <p:cNvPr id="3" name="Rectangle 2"/>
          <p:cNvSpPr/>
          <p:nvPr/>
        </p:nvSpPr>
        <p:spPr>
          <a:xfrm>
            <a:off x="5181447" y="1325880"/>
            <a:ext cx="18288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754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1.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Look at the top of Warp — next to the **+** tab button, there's a small dropdown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2.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Click it and select **Git Bash**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3.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To make this permanent: go to **Settings → Features → Session** and set **Startup shell** to Git Bash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Lato"/>
              </a:rPr>
              <a:t>Step B4: Watch the Install Video (Optional)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41148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Lato"/>
              </a:rPr>
              <a:t>Step B5: Check If Node.js Is Installed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463040"/>
            <a:ext cx="10911535" cy="4937760"/>
          </a:xfrm>
          <a:prstGeom prst="roundRect">
            <a:avLst>
              <a:gd name="adj" fmla="val 2000"/>
            </a:avLst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545775" cy="4572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0E0E0"/>
                </a:solidFill>
                <a:latin typeface="Consolas"/>
              </a:rPr>
              <a:t>node --version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Lato"/>
              </a:rPr>
              <a:t>Step B5: Check If Node.js Is Installed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41148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Lato"/>
              </a:rPr>
              <a:t>Step B6: Install Node.js</a:t>
            </a:r>
          </a:p>
        </p:txBody>
      </p:sp>
      <p:sp>
        <p:nvSpPr>
          <p:cNvPr id="3" name="Rectangle 2"/>
          <p:cNvSpPr/>
          <p:nvPr/>
        </p:nvSpPr>
        <p:spPr>
          <a:xfrm>
            <a:off x="5181447" y="1325880"/>
            <a:ext cx="18288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754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1.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Go to **nodejs.org** in your browser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2.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Download the **LTS** version (the big green button)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3.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Open the downloaded file and install it (click Next through everything)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4.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**Close Warp completely and reopen it**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5.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Try `node --version` again — you should see a version number now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Lato"/>
              </a:rPr>
              <a:t>Step B7: Install Claude Code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463040"/>
            <a:ext cx="10911535" cy="4937760"/>
          </a:xfrm>
          <a:prstGeom prst="roundRect">
            <a:avLst>
              <a:gd name="adj" fmla="val 2000"/>
            </a:avLst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545775" cy="4572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0E0E0"/>
                </a:solidFill>
                <a:latin typeface="Consolas"/>
              </a:rPr>
              <a:t>npm install -g @anthropic-ai/claude-code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Lato"/>
              </a:rPr>
              <a:t>Step B7: Install Claude Code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41148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Lato"/>
              </a:rPr>
              <a:t>Step B8: Start Claude Code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463040"/>
            <a:ext cx="10911535" cy="4937760"/>
          </a:xfrm>
          <a:prstGeom prst="roundRect">
            <a:avLst>
              <a:gd name="adj" fmla="val 2000"/>
            </a:avLst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545775" cy="4572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0E0E0"/>
                </a:solidFill>
                <a:latin typeface="Consolas"/>
              </a:rPr>
              <a:t>claude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Lato"/>
              </a:rPr>
              <a:t>Step B8: Start Claude Code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41148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Lato"/>
              </a:rPr>
              <a:t>You're Ready!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41148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Lato"/>
              </a:rPr>
              <a:t>How to Know It Worked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181447" y="1325880"/>
            <a:ext cx="18288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754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0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•  Desktop app:</a:t>
            </a:r>
            <a:r>
              <a:rPr sz="1800" b="0" i="0">
                <a:solidFill>
                  <a:srgbClr val="E0E0E0"/>
                </a:solidFill>
                <a:latin typeface="Lato"/>
              </a:rPr>
              <a:t> You can open Claude Desktop and chat with Claude</a:t>
            </a:r>
          </a:p>
          <a:p>
            <a:pPr algn="l">
              <a:spcAft>
                <a:spcPts val="10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•  Terminal:</a:t>
            </a:r>
            <a:r>
              <a:rPr sz="1800" b="0" i="0">
                <a:solidFill>
                  <a:srgbClr val="E0E0E0"/>
                </a:solidFill>
                <a:latin typeface="Lato"/>
              </a:rPr>
              <a:t> You can type `claude` in Warp and it starts up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Lato"/>
              </a:rPr>
              <a:t>Troubleshooting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645920"/>
          <a:ext cx="10728655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64327"/>
                <a:gridCol w="5364328"/>
              </a:tblGrid>
              <a:tr h="41148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Lato"/>
                        </a:defRPr>
                      </a:pPr>
                      <a:r>
                        <a:t>Problem</a:t>
                      </a:r>
                    </a:p>
                  </a:txBody>
                  <a:tcPr>
                    <a:solidFill>
                      <a:srgbClr val="1E2C5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Lato"/>
                        </a:defRPr>
                      </a:pPr>
                      <a:r>
                        <a:t>Solution</a:t>
                      </a:r>
                    </a:p>
                  </a:txBody>
                  <a:tcPr>
                    <a:solidFill>
                      <a:srgbClr val="1E2C5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`npm: command not found`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Install Node.js first (Step B6), then close and reopen Warp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`Permission denied` on Mac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Add `sudo` in front: `sudo npm install -g @anthropic-ai/claude-code` — enter your computer password when asked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`Permission denied` on Windows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Close Warp, right-click it, choose **Run as Administrator**, then try again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`claude: command not found`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Close Warp completely and reopen it, then try `claude` again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Can't sign in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Make sure you have an active Claude Pro or Max subscription at claude.ai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Git Bash not showing in Warp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Install Git for Windows from git-scm.com, then restart Warp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Lato"/>
              </a:rPr>
              <a:t>Troubleshooting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41148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Lato"/>
              </a:rPr>
              <a:t>What's Next?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41148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