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Lato"/>
              </a:rPr>
              <a:t>Pod 00: Prerequisites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7047" y="4023360"/>
            <a:ext cx="36576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9768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4A90D9"/>
                </a:solidFill>
                <a:latin typeface="Lato"/>
              </a:rPr>
              <a:t>Get set up before your first Learning Pod — do this on your own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0E0E0"/>
                </a:solidFill>
                <a:latin typeface="Lato"/>
              </a:rPr>
              <a:t>Pre-work | Time needed: 20–30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What You Need Before Starting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1: Create a GitHub Account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What is GitHub?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Think of it like Google Drive, but for code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it's where all course materials live and where your projects get saved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It remembers every version, forever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unlike Word which overwrites your file each time you save, GitHub keeps the full history so you can always roll back if something breaks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It handles teamwork automatically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if two people edit different parts of the same project, GitHub merges the changes without them overwriting each other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You don't need to touch it directly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Claude Code manages all of this for you; you just need an account so your work saves to the right place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How to Create Your Account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Go to **github.com** in your browser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Click **Sign Up**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Use your **@orennow.com email address**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Pick a username — suggestion: your first name or `firstname-oren` (e.g., `priya-oren`)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5.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Create a password and **write it down somewhere safe**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6.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Complete the verification steps (a simple puzzle, then click the link in your @orennow.com email)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2: Install Warp Terminal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What is Warp?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Your terminal for the entire course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a text box where you type instructions to your computer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Free, works on Mac and Windows, and much friendlier than the default terminal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Install Warp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Go to **warp.dev** and click **Download**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the downloaded file and follow the install prompts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**Warp** — you should see a dark window with a text box at the bottom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**Windows only:** click the dropdown next to the **+** tab, select **Git Bash**, then go to **Settings → Features → Session** and set Startup shell to Git Bash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Step 3: Pick Your Starting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Step 3: Pick Your Starting 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Situation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Path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I can type `claude` in Warp and it works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Path 1 — Done!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I have Claude Desktop but not Claude Code in terminal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Path 2 — 5 min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I don't have either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Path 3 — 10 min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Path 1: Already Have Claude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Launch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Open </a:t>
            </a:r>
            <a:r>
              <a:rPr sz="1800" b="1" i="0">
                <a:solidFill>
                  <a:srgbClr val="4A90D9"/>
                </a:solidFill>
                <a:latin typeface="Lato"/>
              </a:rPr>
              <a:t>Warp</a:t>
            </a:r>
            <a:r>
              <a:rPr sz="1800" b="0" i="0">
                <a:solidFill>
                  <a:srgbClr val="E0E0E0"/>
                </a:solidFill>
                <a:latin typeface="Lato"/>
              </a:rPr>
              <a:t>, type `claude`, press </a:t>
            </a:r>
            <a:r>
              <a:rPr sz="1800" b="1" i="0">
                <a:solidFill>
                  <a:srgbClr val="4A90D9"/>
                </a:solidFill>
                <a:latin typeface="Lato"/>
              </a:rPr>
              <a:t>Enter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you should see a welcome message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If it asks you to sign in, follow the prompts — it opens your browser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Path 2: Have Claude Desktop, Need Terminal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Copy This Prompt into the Claude Code Tab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I need you to install Claude Code so I can use it in my terminal. Please detect my operating system, install everything that is needed (including Node.js if missing), and walk me through each step one at a time. After each step, wait for me to confirm before moving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Copy This Prompt into the Claude Code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In </a:t>
            </a:r>
            <a:r>
              <a:rPr sz="1800" b="1" i="0">
                <a:solidFill>
                  <a:srgbClr val="4A90D9"/>
                </a:solidFill>
                <a:latin typeface="Lato"/>
              </a:rPr>
              <a:t>Claude Desktop</a:t>
            </a:r>
            <a:r>
              <a:rPr sz="1800" b="0" i="0">
                <a:solidFill>
                  <a:srgbClr val="E0E0E0"/>
                </a:solidFill>
                <a:latin typeface="Lato"/>
              </a:rPr>
              <a:t>, click the </a:t>
            </a:r>
            <a:r>
              <a:rPr sz="1800" b="1" i="0">
                <a:solidFill>
                  <a:srgbClr val="4A90D9"/>
                </a:solidFill>
                <a:latin typeface="Lato"/>
              </a:rPr>
              <a:t>Claude Code</a:t>
            </a:r>
            <a:r>
              <a:rPr sz="1800" b="0" i="0">
                <a:solidFill>
                  <a:srgbClr val="E0E0E0"/>
                </a:solidFill>
                <a:latin typeface="Lato"/>
              </a:rPr>
              <a:t> tab (not the regular chat tab) and paste the prompt above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Follow each step Claude gives you — if anything fails, paste the error back and ask Claude to help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When done: open </a:t>
            </a:r>
            <a:r>
              <a:rPr sz="1800" b="1" i="0">
                <a:solidFill>
                  <a:srgbClr val="4A90D9"/>
                </a:solidFill>
                <a:latin typeface="Lato"/>
              </a:rPr>
              <a:t>Warp</a:t>
            </a:r>
            <a:r>
              <a:rPr sz="1800" b="0" i="0">
                <a:solidFill>
                  <a:srgbClr val="E0E0E0"/>
                </a:solidFill>
                <a:latin typeface="Lato"/>
              </a:rPr>
              <a:t>, type `claude`, press </a:t>
            </a:r>
            <a:r>
              <a:rPr sz="1800" b="1" i="0">
                <a:solidFill>
                  <a:srgbClr val="4A90D9"/>
                </a:solidFill>
                <a:latin typeface="Lato"/>
              </a:rPr>
              <a:t>Enter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you should see a welcome message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Path 3: Starting from Scratch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Install Claude Desktop, Then Follow Path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Go to **claude.ai/download** and click **Download** for your OS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Install it, open the app, and sign in with your Claude Pro or Max account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Now scroll back up and follow **Path 2** above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Troubleshooting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Troubleshooting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Problem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 to do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`claude: command not found`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Close Warp completely, reopen it, try again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`npm: command not found` or `Permission denied`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Paste the exact error into Claude Desktop and ask what to do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Can't sign in to Claude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Make sure you have an active Pro or Max subscription at claude.ai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Warp not installed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Download free from **warp.dev**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Tried everything, still stuck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Screenshot the error and message **#learning-pods** on Slack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What's Next?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Come to </a:t>
            </a:r>
            <a:r>
              <a:rPr sz="1800" b="1" i="0">
                <a:solidFill>
                  <a:srgbClr val="4A90D9"/>
                </a:solidFill>
                <a:latin typeface="Lato"/>
              </a:rPr>
              <a:t>Pod 01: Hello, Terminal</a:t>
            </a:r>
            <a:r>
              <a:rPr sz="1800" b="0" i="0">
                <a:solidFill>
                  <a:srgbClr val="E0E0E0"/>
                </a:solidFill>
                <a:latin typeface="Lato"/>
              </a:rPr>
              <a:t> with this setup done — if you get stuck, message </a:t>
            </a:r>
            <a:r>
              <a:rPr sz="1800" b="1" i="0">
                <a:solidFill>
                  <a:srgbClr val="4A90D9"/>
                </a:solidFill>
                <a:latin typeface="Lato"/>
              </a:rPr>
              <a:t>#learning-pods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on Slack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