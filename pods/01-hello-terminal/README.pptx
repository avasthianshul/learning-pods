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Lato"/>
              </a:rPr>
              <a:t>Pod 01: Hello, Terminal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047" y="4023360"/>
            <a:ext cx="36576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976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A90D9"/>
                </a:solidFill>
                <a:latin typeface="Lato"/>
              </a:rPr>
              <a:t>Befriending the command line and meeting your AI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0E0E0"/>
                </a:solidFill>
                <a:latin typeface="Lato"/>
              </a:rPr>
              <a:t>Week 1 | Date: Apr 6, 2026 | Duration: 60 min (30 lecture + 30 hands-on)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Why Are We Here?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Claude Code changes what's possible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"Analyze this CSV and build me a chart of our top 10 emitters"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2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"Create a client-facing dashboard with our pipeline data"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15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"Summarize every document in my Google Drive folder and post to Slack"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5 minutes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"Build me a landing page for our new service offering" → </a:t>
            </a:r>
            <a:r>
              <a:rPr sz="1800" b="1" i="0">
                <a:solidFill>
                  <a:srgbClr val="4A90D9"/>
                </a:solidFill>
                <a:latin typeface="Lato"/>
              </a:rPr>
              <a:t>Done in 10 minutes, live on the internet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Warp — Your New Home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Warp?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Autocomplete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guesses what you're trying to type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Visual blocks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groups each command with its result so you don't get lost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AI suggestions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can explain commands in plain English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Windows Users: Confirm Git Bash Is Your Default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Terminal Basics — 5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Rosetta Stone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you want to do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With your mouse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In the terminal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it stands for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See what's in this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Open the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`ls`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**l**i**s**t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into a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Double-click it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**c**hange **d**irectory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Where am I right now?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Look at the address bar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`pwd`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**p**rint **w**orking **d**irectory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Create a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Right-click →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`mkdir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**m**a**k**e **dir**ectory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up one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Click the back arrow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..`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**c**hange **d**irectory to parent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Rosetta Stone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Same Filing Cabinet, Two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Home 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`~/claude_projects/` — Where All Your Work Lives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~/claude_projects/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my-first-project/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client-dashboard/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report-generator/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└── learning_pods/        ← this repo (we'll clone it shortly)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`~/claude_projects/` — Where All Your Work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Why This Structure Matters for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Claude reads your project folder to understand what you're building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One folder = one project = one clear briefing for Claude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Scattered files on your Desktop = Claude guessing what belongs together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Clean structure → faster, more accurate results every time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Coming in Pod 02: a CLAUDE.md file in each project — a note that tells Claude the rules and context for that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Your Folder is Claude's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When you type `claude` inside a folder, Claude scans everything inside it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It sees your files, your work-in-progress, and any instructions you've left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`~/claude_projects/client-dashboard/` tells Claude: these files are one project, work here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 well-named, well-organized folder = a well-briefed AI assistant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Think of it like handing a consultant a labeled binder vs. a pile of loose pages on a desk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First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mkdir ~/claude_projects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mkdir ~/claude_projects/my-first-project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cd ~/claude_projects/my-first-project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  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“Create an HTML page that says Hello [your name] with a dark background and today's date. Make it look professional.”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“Add a section about what I do at Oren and change the background to a dark blue (#1a1a2e)”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Build Something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your home base and first project folder: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Start Claude Code: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a prompt — your first instruction to Claude: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Claude will create a file. Open it in your browser — **you just built a webpage without writing a line of code.**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Now iterate — tell Claude: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6.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Refresh your browser. See the changes. **This describe-and-build loop is how you'll work from now on.**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Ctrl+C — Your Emergency Brake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Why Git and GitHub?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 Already Use Google Drive — Think of GitHub as Drive for Business Logic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Where it lives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Documents, presentations, templates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**Google Drive**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Easy to share, everyone knows it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Dashboards, tools, automations, code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**GitHub**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Built for iteration, version history, Claude-friendly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Concept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it means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**Remote**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The version of your project that lives on GitHub (online — like a file on Google Drive)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**Local**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The version of your project on your computer (like a downloaded copy)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**Push**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Upload your local changes to GitHub (like saving a file back to Drive)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**Pull**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Download the latest changes from GitHub to your computer (like syncing)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How Oren Will Work Going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Connecting to GitHub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Let's Set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Saved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never lose a project again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Shareable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your team can see what you've built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Version-tracked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 can always go back to an earlier 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“Install the GitHub command-line tool for me”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1: Ask Claude to Install the GitHub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SSH? (In Plain English)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SSH is how your computer and GitHub recognize each other — no password needed every time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You create a matched pair: a </a:t>
            </a:r>
            <a:r>
              <a:rPr sz="1800" b="1" i="0">
                <a:solidFill>
                  <a:srgbClr val="4A90D9"/>
                </a:solidFill>
                <a:latin typeface="Lato"/>
              </a:rPr>
              <a:t>public key</a:t>
            </a:r>
            <a:r>
              <a:rPr sz="1800" b="0" i="0">
                <a:solidFill>
                  <a:srgbClr val="E0E0E0"/>
                </a:solidFill>
                <a:latin typeface="Lato"/>
              </a:rPr>
              <a:t> (like a padlock you hand to GitHub) and a </a:t>
            </a:r>
            <a:r>
              <a:rPr sz="1800" b="1" i="0">
                <a:solidFill>
                  <a:srgbClr val="4A90D9"/>
                </a:solidFill>
                <a:latin typeface="Lato"/>
              </a:rPr>
              <a:t>private key</a:t>
            </a:r>
            <a:r>
              <a:rPr sz="1800" b="0" i="0">
                <a:solidFill>
                  <a:srgbClr val="E0E0E0"/>
                </a:solidFill>
                <a:latin typeface="Lato"/>
              </a:rPr>
              <a:t> (like the key only your computer has)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When your computer talks to GitHub, they check the lock and key — if they match, you're in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You set this up once. After that, everything works automatically in the background.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The good news: `gh auth login` handles the hard part — it generates the keys and uploads them for you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2: Log In to GitHub via SSH (In Warp)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GitHub.com</a:t>
            </a:r>
            <a:r>
              <a:rPr sz="1800" b="0" i="0">
                <a:solidFill>
                  <a:srgbClr val="E0E0E0"/>
                </a:solidFill>
                <a:latin typeface="Lato"/>
              </a:rPr>
              <a:t> (not Enterprise)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SSH</a:t>
            </a:r>
            <a:r>
              <a:rPr sz="1800" b="0" i="0">
                <a:solidFill>
                  <a:srgbClr val="E0E0E0"/>
                </a:solidFill>
                <a:latin typeface="Lato"/>
              </a:rPr>
              <a:t> (not HTTPS)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Yes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generate a new SSH key  — Enter a name for your key, e.g. `my-laptop`, then press Enter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Passphrase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press Enter to leave it blank  — </a:t>
            </a:r>
            <a:r>
              <a:rPr sz="1800" b="1" i="0">
                <a:solidFill>
                  <a:srgbClr val="4A90D9"/>
                </a:solidFill>
                <a:latin typeface="Lato"/>
              </a:rPr>
              <a:t>Login with a web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“Check if GitHub is connected”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3: Verify It Worked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Clone the Learning Pods Repo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Get the Course Materials on Your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your Claude Code session (or open Claude Desktop)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exactly: **"Clone the learning pods repository from GitHub to my claude_projects folder. The repo URL is https://github.com/avasthianshul/learning-pods.git"**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Claude will run the clone command — say yes to any permission prompts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Once complete, type: **"Open the learning_pods folder"**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You now have every pod's lecture notes, exercises, and browser apps on your computer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Was Just Downloaded?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pods/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one folder per week, containing lecture notes, exercises, and a browser app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shared/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templates, the theme, and the PPTX generator used to make these slides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skills/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automation tools you'll unlock in later pods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Every pod's browser app is ready to open — no installation needed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Revision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Interactive Lecture Notes in Your Browser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~/claude_projects/learning_pods/pods/01-hello-terminal/app/index.html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Interactive Lecture Notes in Your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Proof of Completion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If the app opens in your browser: your entire environment is working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It means Warp is installed, GitHub CLI is ready, SSH is configured, and the repo is cloned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Screenshot this page or show it to a facilitator — this is your proof you completed Pod 01 setup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You just set up a professional developer environment. Without writing a single line of code.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Hands-On Exercises (30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1: Set Up Your Workspace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`~/claude_projects/` if you haven't already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Verify with `pwd` and `ls`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Check it in File Explorer / Finder too — same folder, two views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2: Your First Project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a project folder, start Claude Code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Build an HTML page with your name and Oren branding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Iterate on it — change colors, add content, make it yours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it in your browser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3: Connect to GitHub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Ask Claude to install the GitHub CLI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a new Warp tab and run `gh auth login`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Come back to Claude Code and verify the connection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4: Clone and Explore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Clone the learning_pods repo via Claude Code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Pod 01 app (index.html)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through the lecture notes — this is your revision tool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Before Next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