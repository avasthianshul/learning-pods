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Lato"/>
              </a:rPr>
              <a:t>Pod 02: Fire and Forget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047" y="4023360"/>
            <a:ext cx="36576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90D9"/>
                </a:solidFill>
                <a:latin typeface="Lato"/>
              </a:rPr>
              <a:t>Connect every tool once, verify it works, and never touch auth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0E0"/>
                </a:solidFill>
                <a:latin typeface="Lato"/>
              </a:rPr>
              <a:t>Week 2 | Date: Apr 13, 2026 | Duration: 60 min (30 lecture + 30 hands-on)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You'll Learn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1: The House Key Analogy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Are Credentials?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Analogy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give Claude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a key to Slack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so it can post messages for you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give Claude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a key to Google Drive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so it can read your files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give Claude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a key to GitHub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so it can manage your code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give Claude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a key to Vercel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so it can publish websites for you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give Claude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a key to Zoho Bigin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so it can look up deals and contacts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Where Do the Keys Live?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~/oren-auth/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Where Do the Keys Live?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2: Running the Setup Script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the Setup Script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Each Tool — What It Is and Why Claude Needs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Verify Script — Your Green Checkmarks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Claude Code .... [PASS]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GitHub ......... [PASS]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Vercel ......... [PASS]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Slack .......... [PASS]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Google Drive ... [PASS]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Zoho Bigin ..... [PASS]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Verify Script — Your Green Checkmarks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3: Skills — Teaching Claude New Tricks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“"Here's how to use Slack. Here are the commands. Here are the rules. Follow these steps when someone asks you to send a message."”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Are Skills?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Where Do Skills Live?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~/.claude/skills/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Where Do Skills Live?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~/.claude/skills/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slack/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│   └── SKILL.md          ← How to use Slack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google-drive/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│   └── SKILL.md          ← How to use Google Drive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zoho-bigin/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│   └── SKILL.md          ← How to use Zoho Bigin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vercel/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│   └── SKILL.md          ← How to deploy websites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└── github/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 └── SKILL.md          ← How to use 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Where Do Skills Live?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/slack send #learning-pods "Hello from Claude Code!"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/google-drive list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/zoho-bigin list deals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/vercel deploy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/github create repo "my-dashboard"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Skills — The Slash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`/slack read #general` — See recent messages in #general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`/slack search "quarterly report"` — Find messages mentioning quarterly report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`/google-drive search "Q3 revenue"` — Find files by name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`/google-drive read "Budget 2026.xlsx"` — Read a specific file's contents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`/zoho-bigin search contacts "Tata Steel"` — Find a contact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`/zoho-bigin create note "Follow up next Tuesday"` — Add a note to a deal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Copy-Skills Script  (bash)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 Mac / Linux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./setup/copy-skills.sh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 Windows (PowerShell)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.\setup\copy-skills.ps1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Copy-Skills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4: Claude Code Agents &amp; Plan Mode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“"Plan out a dashboard that shows our Q3 metrics. Don't build yet — just show me the plan."”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Plan Mode — The Architect's Drawing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Any task with 3 or more steps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Anything that touches multiple files or tools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When you're not sure what the result should look like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When you want to learn from Claude's approach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Agents — The Manager Hiring Specialists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The main Claude is the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project manager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it understands your request and coordinates the work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It can spin up </a:t>
            </a:r>
            <a:r>
              <a:rPr sz="1800" b="1" i="0">
                <a:solidFill>
                  <a:srgbClr val="4A90D9"/>
                </a:solidFill>
                <a:latin typeface="Lato"/>
              </a:rPr>
              <a:t>specialist agents</a:t>
            </a:r>
            <a:r>
              <a:rPr sz="1800" b="0" i="0">
                <a:solidFill>
                  <a:srgbClr val="E0E0E0"/>
                </a:solidFill>
                <a:latin typeface="Lato"/>
              </a:rPr>
              <a:t> for focused tasks — one to research, one to build, one to test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Model Selection — Picking the Right Builder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Think of it as...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**Opus**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Senior architect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Complex projects, multi-step builds, anything important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Slower, most thorough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**Sonnet**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Experienced builder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Daily work, standard tasks, most things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**Haiku**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Quick helper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Simple questions, fast lookups, one-liners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Fastest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Model Selection — Picking the Right Builder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/model opus     ← Switch to Opus (most capable)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/model sonnet   ← Switch to Sonnet (balanced)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/model haiku    ← Switch to Haiku (fastest)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Model Selection — Picking the Right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Start with </a:t>
            </a:r>
            <a:r>
              <a:rPr sz="1800" b="1" i="0">
                <a:solidFill>
                  <a:srgbClr val="4A90D9"/>
                </a:solidFill>
                <a:latin typeface="Lato"/>
              </a:rPr>
              <a:t>Sonnet</a:t>
            </a:r>
            <a:r>
              <a:rPr sz="1800" b="0" i="0">
                <a:solidFill>
                  <a:srgbClr val="E0E0E0"/>
                </a:solidFill>
                <a:latin typeface="Lato"/>
              </a:rPr>
              <a:t> for everyday work — it handles 90% of tasks well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Use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Opus</a:t>
            </a:r>
            <a:r>
              <a:rPr sz="1800" b="0" i="0">
                <a:solidFill>
                  <a:srgbClr val="E0E0E0"/>
                </a:solidFill>
                <a:latin typeface="Lato"/>
              </a:rPr>
              <a:t> when building something complex, important, or multi-step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Use </a:t>
            </a:r>
            <a:r>
              <a:rPr sz="1800" b="1" i="0">
                <a:solidFill>
                  <a:srgbClr val="4A90D9"/>
                </a:solidFill>
                <a:latin typeface="Lato"/>
              </a:rPr>
              <a:t>Haiku</a:t>
            </a:r>
            <a:r>
              <a:rPr sz="1800" b="0" i="0">
                <a:solidFill>
                  <a:srgbClr val="E0E0E0"/>
                </a:solidFill>
                <a:latin typeface="Lato"/>
              </a:rPr>
              <a:t> for quick questions like "what does this error mean?" or "summarize this file"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When in doubt, stick with Sonnet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Hands-On Exercises (30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1: Clone and Setup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cd ~/claude_projects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1: Clone and Setup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git clone https://github.com/avasthianshul/learning_pods.git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1: Clone and Setup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cd learning_pods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1: Clone and Setup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•  Mac/Linux:</a:t>
            </a:r>
            <a:r>
              <a:rPr sz="1800" b="0" i="0">
                <a:solidFill>
                  <a:srgbClr val="E0E0E0"/>
                </a:solidFill>
                <a:latin typeface="Lato"/>
              </a:rPr>
              <a:t> `./setup/install-mac.sh`  — </a:t>
            </a:r>
            <a:r>
              <a:rPr sz="1800" b="1" i="0">
                <a:solidFill>
                  <a:srgbClr val="4A90D9"/>
                </a:solidFill>
                <a:latin typeface="Lato"/>
              </a:rPr>
              <a:t>Windows (PowerShell):</a:t>
            </a:r>
            <a:r>
              <a:rPr sz="1800" b="0" i="0">
                <a:solidFill>
                  <a:srgbClr val="E0E0E0"/>
                </a:solidFill>
                <a:latin typeface="Lato"/>
              </a:rPr>
              <a:t> `.\setup\install-windows.ps1`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2: Verify Connections (5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python setup/verify.py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2: Verify Connections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Run the verify script: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Check the output — you want all green checkmarks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If any connection shows a red X, follow the troubleshooting steps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**Do not move on until all connections are green**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Test Each Skill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claude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Test Each Skill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/slack send #learning-pods "Hello from [your name]! Testing Claude Code skills."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Test Each Skill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/google-drive list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Test Each Skill (10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/zoho-bigin list deals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Test Each Skill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Start Claude Code: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Test Slack: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Test Google Drive: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Test Zoho Bigin: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5.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Verify each one works — you should see real data back from each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“"Plan out a simple webpage that shows the current time and my name. Don't build it yet — just tell me what you'd create."”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4: Plan Mode and Model Switching (5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/model haiku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4: Plan Mode and Model Switching (5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   /model sonnet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4: Plan Mode and Model Switching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In your Claude Code session, try Plan Mode: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Review the plan Claude gives you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Say "go ahead and build it"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Try switching models: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5.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Ask a simple question: "What day is it today?"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6.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Switch back: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Before Next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